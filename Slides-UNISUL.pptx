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3399"/>
                </a:solidFill>
              </a:defRPr>
            </a:pPr>
            <a:r>
              <a:t>Plano de Aula — UNISUL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Ciclo de Refrigeração</a:t>
            </a:r>
          </a:p>
        </p:txBody>
      </p:sp>
      <p:pic>
        <p:nvPicPr>
          <p:cNvPr id="4" name="Picture 3" descr="unis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217424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O objetivo geral desse plano de aula é que os alunos entendam o ciclo de refrigeração, suas principais etapas e aplicativos em engenharia.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Identificar as principais etapas do ciclo de refrigeração;</a:t>
            </a:r>
          </a:p>
          <a:p>
            <a:pPr>
              <a:defRPr sz="2400"/>
            </a:pPr>
            <a:r>
              <a:t>- Descrever o processo de compressão, expansão e condensação de líquidos;</a:t>
            </a:r>
          </a:p>
          <a:p>
            <a:pPr>
              <a:defRPr sz="2400"/>
            </a:pPr>
            <a:r>
              <a:t>- Aplicar o conceito de ciclos de refrigeração em sistemas de ar condicionado e refrigeração;</a:t>
            </a:r>
          </a:p>
          <a:p>
            <a:pPr>
              <a:defRPr sz="2400"/>
            </a:pPr>
            <a:r>
              <a:t>- Analisar as vantagens e desvantagens do uso de diferentes tipos de ciclos de refrigeração.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Conteúdo Técnico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I. Introdução ao Ciclo de Refrigeração (10 minutos)</a:t>
            </a:r>
          </a:p>
          <a:p>
            <a:pPr>
              <a:defRPr sz="2400"/>
            </a:pPr>
            <a:r>
              <a:t>- Definição e objetivos do ciclo de refrigeração;</a:t>
            </a:r>
          </a:p>
          <a:p>
            <a:pPr>
              <a:defRPr sz="2400"/>
            </a:pPr>
            <a:r>
              <a:t>- Apresentação do ciclo de compressão-adiabática-expansão-condensação.</a:t>
            </a:r>
          </a:p>
          <a:p>
            <a:pPr>
              <a:defRPr sz="2400"/>
            </a:pPr>
            <a:r>
              <a:t>II. Etapas do Ciclo de Refrigeração (20 minutos)</a:t>
            </a:r>
          </a:p>
          <a:p>
            <a:pPr>
              <a:defRPr sz="2400"/>
            </a:pPr>
            <a:r>
              <a:t>- Expansão isocórica: princípios e aplicações;</a:t>
            </a:r>
          </a:p>
          <a:p>
            <a:pPr>
              <a:defRPr sz="2400"/>
            </a:pPr>
            <a:r>
              <a:t>- Compressão isotérmica: princípios e efeitos;</a:t>
            </a:r>
          </a:p>
          <a:p>
            <a:pPr>
              <a:defRPr sz="2400"/>
            </a:pPr>
            <a:r>
              <a:t>- Condensação isobléctica: princípios, efeitos e tipos;</a:t>
            </a:r>
          </a:p>
          <a:p>
            <a:pPr>
              <a:defRPr sz="2400"/>
            </a:pPr>
            <a:r>
              <a:t>- Compresso adiabática: principios e aplicações;</a:t>
            </a:r>
          </a:p>
          <a:p>
            <a:pPr>
              <a:defRPr sz="2400"/>
            </a:pPr>
            <a:r>
              <a:t>III. Tipos de Ciclos de Refrigeração (20 minutos)</a:t>
            </a:r>
          </a:p>
          <a:p>
            <a:pPr>
              <a:defRPr sz="2400"/>
            </a:pPr>
            <a:r>
              <a:t>- Ciclo de vapor: princípios, vantagens e desvantagens;</a:t>
            </a:r>
          </a:p>
          <a:p>
            <a:pPr>
              <a:defRPr sz="2400"/>
            </a:pPr>
            <a:r>
              <a:t>- Ciclo de absorção: princípios, vantagens e desvantagens;</a:t>
            </a:r>
          </a:p>
          <a:p>
            <a:pPr>
              <a:defRPr sz="2400"/>
            </a:pPr>
            <a:r>
              <a:t>- Ciclo de compressão: princípios, vantagens e desvantagens;</a:t>
            </a:r>
          </a:p>
          <a:p>
            <a:pPr>
              <a:defRPr sz="2400"/>
            </a:pPr>
            <a:r>
              <a:t>IV. Aplicativos em Engenharia (20 minutos)</a:t>
            </a:r>
          </a:p>
          <a:p>
            <a:pPr>
              <a:defRPr sz="2400"/>
            </a:pPr>
            <a:r>
              <a:t>- Ar condicionado: princípios, componentes e funcionalidade;</a:t>
            </a:r>
          </a:p>
          <a:p>
            <a:pPr>
              <a:defRPr sz="2400"/>
            </a:pPr>
            <a:r>
              <a:t>- Refrigeradores residenciais: princípios, componentes e funcionalidade;</a:t>
            </a:r>
          </a:p>
          <a:p>
            <a:pPr>
              <a:defRPr sz="2400"/>
            </a:pPr>
            <a:r>
              <a:t>- Sistemas de refrigeração industrial: princípios, componentes e funcionalidade;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Exemplos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Análise de casos: sistemas de ar condicionado em prédios e residências;</a:t>
            </a:r>
          </a:p>
          <a:p>
            <a:pPr>
              <a:defRPr sz="2400"/>
            </a:pPr>
            <a:r>
              <a:t>- Avaliação de eficiência: comparação de ciclos de refrigeração em diferentes aplicações;</a:t>
            </a:r>
          </a:p>
          <a:p>
            <a:pPr>
              <a:defRPr sz="2400"/>
            </a:pPr>
            <a:r>
              <a:t>- Desenvolvimento de novos projetos: design de sistemas de refrigeração para novas aplicações.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Discussão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Quais são as vantagens e desvantagens do uso de diferentes tipos de ciclos de refrigeração?</a:t>
            </a:r>
          </a:p>
          <a:p>
            <a:pPr>
              <a:defRPr sz="2400"/>
            </a:pPr>
            <a:r>
              <a:t>- Como os ciclos de refrigeração aplicam-se em diferentes áreas da engenharia?</a:t>
            </a:r>
          </a:p>
          <a:p>
            <a:pPr>
              <a:defRPr sz="2400"/>
            </a:pPr>
            <a:r>
              <a:t>- Quais são as principais características dos sistemas de ar condicionado e refrigeração industrial?</a:t>
            </a:r>
          </a:p>
          <a:p>
            <a:pPr>
              <a:defRPr sz="2400"/>
            </a:pPr>
            <a:r>
              <a:t>- Como os ciclos de refrigeração afetam o meio ambiente?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Ao término dessa aula, os alunos devem ter uma compreensão clara do ciclo de refrigeração, suas principais etapas, tipos e aplicações em engenharia. Além disso, eles devem estar cientes das vantagens e desvantagens do uso de diferentes tipos de ciclos de refrigeração e das principais características dos sistemas de ar condicionado e refrigeração industrial.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